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Título da apresentação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Subtítulo — por HermesOffice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 ponto</a:t>
            </a:r>
          </a:p>
          <a:p>
            <a:r>
              <a:t>Segundo ponto</a:t>
            </a:r>
          </a:p>
          <a:p>
            <a:r>
              <a:t>Terceiro ponto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Seção de destaque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