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000" b="1" i="0">
                <a:solidFill>
                  <a:srgbClr val="C1502E"/>
                </a:solidFill>
                <a:latin typeface="Inter"/>
              </a:rPr>
              <a:t>Mocha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 i="0">
                <a:solidFill>
                  <a:srgbClr val="8B5A3C"/>
                </a:solidFill>
                <a:latin typeface="Inter"/>
              </a:rPr>
              <a:t>Subtítulo — template Editorial · Anthropic · HermesOffice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i="0">
                <a:solidFill>
                  <a:srgbClr val="2A1810"/>
                </a:solidFill>
                <a:latin typeface="Inter"/>
              </a:rPr>
              <a:t>Título da seção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i="0">
                <a:solidFill>
                  <a:srgbClr val="2A1810"/>
                </a:solidFill>
                <a:latin typeface="Inter"/>
              </a:rPr>
              <a:t>Primeiro ponto — destaque do argumento</a:t>
            </a:r>
          </a:p>
          <a:p>
            <a:r>
              <a:rPr sz="2000" b="0" i="0">
                <a:solidFill>
                  <a:srgbClr val="8B5A3C"/>
                </a:solidFill>
                <a:latin typeface="Inter"/>
              </a:rPr>
              <a:t>Segundo ponto — dado ou evidência</a:t>
            </a:r>
          </a:p>
          <a:p>
            <a:r>
              <a:rPr sz="2000" b="0" i="0">
                <a:solidFill>
                  <a:srgbClr val="8B5A3C"/>
                </a:solidFill>
                <a:latin typeface="Inter"/>
              </a:rPr>
              <a:t>Terceiro ponto — conclusão parcial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i="0">
                <a:solidFill>
                  <a:srgbClr val="C1502E"/>
                </a:solidFill>
                <a:latin typeface="Inter"/>
              </a:rPr>
              <a:t>Seção de destaque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0" i="0">
                <a:solidFill>
                  <a:srgbClr val="8B5A3C"/>
                </a:solidFill>
                <a:latin typeface="Inter"/>
              </a:rPr>
              <a:t>Capítulo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